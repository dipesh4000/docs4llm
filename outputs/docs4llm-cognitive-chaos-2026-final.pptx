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9cdb1f3e844cc0" /><Relationship Type="http://schemas.openxmlformats.org/officeDocument/2006/relationships/extended-properties" Target="/docProps/app.xml" Id="R9e90be4437914a81" /><Relationship Type="http://schemas.openxmlformats.org/officeDocument/2006/relationships/officeDocument" Target="/ppt/presentation.xml" Id="Rc02520faaf3a48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3008d9a192477e"/>
  </p:sldMasterIdLst>
  <p:notesMasterIdLst>
    <p:notesMasterId xmlns:r="http://schemas.openxmlformats.org/officeDocument/2006/relationships" r:id="Ra3b514b3e80d4559"/>
  </p:notesMasterIdLst>
  <p:sldIdLst>
    <p:sldId xmlns:r="http://schemas.openxmlformats.org/officeDocument/2006/relationships" id="256" r:id="R1c3ad2878bdf4531"/>
    <p:sldId xmlns:r="http://schemas.openxmlformats.org/officeDocument/2006/relationships" id="257" r:id="Rd5bdeb48348648f2"/>
    <p:sldId xmlns:r="http://schemas.openxmlformats.org/officeDocument/2006/relationships" id="258" r:id="R536022cb1ea841f0"/>
    <p:sldId xmlns:r="http://schemas.openxmlformats.org/officeDocument/2006/relationships" id="259" r:id="Rfffb4e61a48b4f10"/>
    <p:sldId xmlns:r="http://schemas.openxmlformats.org/officeDocument/2006/relationships" id="260" r:id="Rc203d50501d745b3"/>
    <p:sldId xmlns:r="http://schemas.openxmlformats.org/officeDocument/2006/relationships" id="261" r:id="R5f8eafabf9b34d37"/>
    <p:sldId xmlns:r="http://schemas.openxmlformats.org/officeDocument/2006/relationships" id="262" r:id="R7abbed48349e43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19fb887b594418" /><Relationship Type="http://schemas.openxmlformats.org/officeDocument/2006/relationships/slideMaster" Target="/ppt/slideMasters/slideMaster1.xml" Id="R063008d9a192477e" /><Relationship Type="http://schemas.openxmlformats.org/officeDocument/2006/relationships/notesMaster" Target="/ppt/notesMasters/notesMaster1.xml" Id="Ra3b514b3e80d4559" /><Relationship Type="http://schemas.openxmlformats.org/officeDocument/2006/relationships/presProps" Target="/ppt/presProps.xml" Id="R2a5f3126918d4173" /><Relationship Type="http://schemas.openxmlformats.org/officeDocument/2006/relationships/tableStyles" Target="/ppt/tableStyles.xml" Id="Rbb4481767b374134" /><Relationship Type="http://schemas.openxmlformats.org/officeDocument/2006/relationships/slide" Target="/ppt/slides/slide1.xml" Id="R1c3ad2878bdf4531" /><Relationship Type="http://schemas.openxmlformats.org/officeDocument/2006/relationships/slide" Target="/ppt/slides/slide2.xml" Id="Rd5bdeb48348648f2" /><Relationship Type="http://schemas.openxmlformats.org/officeDocument/2006/relationships/slide" Target="/ppt/slides/slide3.xml" Id="R536022cb1ea841f0" /><Relationship Type="http://schemas.openxmlformats.org/officeDocument/2006/relationships/slide" Target="/ppt/slides/slide4.xml" Id="Rfffb4e61a48b4f10" /><Relationship Type="http://schemas.openxmlformats.org/officeDocument/2006/relationships/slide" Target="/ppt/slides/slide5.xml" Id="Rc203d50501d745b3" /><Relationship Type="http://schemas.openxmlformats.org/officeDocument/2006/relationships/slide" Target="/ppt/slides/slide6.xml" Id="R5f8eafabf9b34d37" /><Relationship Type="http://schemas.openxmlformats.org/officeDocument/2006/relationships/slide" Target="/ppt/slides/slide7.xml" Id="R7abbed48349e43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caa78cee4447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f96c65dc83456f" /><Relationship Type="http://schemas.openxmlformats.org/officeDocument/2006/relationships/notesMaster" Target="/ppt/notesMasters/notesMaster1.xml" Id="Rdf2a47b14f5540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d4a7baf57b4b6e" /><Relationship Type="http://schemas.openxmlformats.org/officeDocument/2006/relationships/notesMaster" Target="/ppt/notesMasters/notesMaster1.xml" Id="R0d2738abc2544a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0d73e1f7a44a0f" /><Relationship Type="http://schemas.openxmlformats.org/officeDocument/2006/relationships/notesMaster" Target="/ppt/notesMasters/notesMaster1.xml" Id="R5e2322a138e243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e161d9eac64716" /><Relationship Type="http://schemas.openxmlformats.org/officeDocument/2006/relationships/notesMaster" Target="/ppt/notesMasters/notesMaster1.xml" Id="Rea0f2373cf7e46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8ea985d4eb4b53" /><Relationship Type="http://schemas.openxmlformats.org/officeDocument/2006/relationships/notesMaster" Target="/ppt/notesMasters/notesMaster1.xml" Id="R0f1cd4cd3c954d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9f1288f61440ea" /><Relationship Type="http://schemas.openxmlformats.org/officeDocument/2006/relationships/notesMaster" Target="/ppt/notesMasters/notesMaster1.xml" Id="Rc000d4a1fa4e4d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bb3a9297614853" /><Relationship Type="http://schemas.openxmlformats.org/officeDocument/2006/relationships/notesMaster" Target="/ppt/notesMasters/notesMaster1.xml" Id="R0f8a6c03ff8b40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a05852a6174c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91e412aa6c4e32" /><Relationship Type="http://schemas.openxmlformats.org/officeDocument/2006/relationships/slideLayout" Target="/ppt/slideLayouts/slideLayout1.xml" Id="R8ca504343d4440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a504343d4440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4e2e973f643bc" /><Relationship Type="http://schemas.openxmlformats.org/officeDocument/2006/relationships/notesSlide" Target="/ppt/notesSlides/notesSlide1.xml" Id="R0528082dceb543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034e6c9894d69" /><Relationship Type="http://schemas.openxmlformats.org/officeDocument/2006/relationships/notesSlide" Target="/ppt/notesSlides/notesSlide2.xml" Id="R52396a9398f545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fd76c22f44b7a" /><Relationship Type="http://schemas.openxmlformats.org/officeDocument/2006/relationships/notesSlide" Target="/ppt/notesSlides/notesSlide3.xml" Id="R31ea2502a95e4b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79225197a46d3" /><Relationship Type="http://schemas.openxmlformats.org/officeDocument/2006/relationships/notesSlide" Target="/ppt/notesSlides/notesSlide4.xml" Id="Rebe4e32dfffb4d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190c6ae4f40f2" /><Relationship Type="http://schemas.openxmlformats.org/officeDocument/2006/relationships/notesSlide" Target="/ppt/notesSlides/notesSlide5.xml" Id="R2bc28708b0a948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92816192c4bd0" /><Relationship Type="http://schemas.openxmlformats.org/officeDocument/2006/relationships/notesSlide" Target="/ppt/notesSlides/notesSlide6.xml" Id="Re034ea7771a647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c69ce23154f15" /><Relationship Type="http://schemas.openxmlformats.org/officeDocument/2006/relationships/notesSlide" Target="/ppt/notesSlides/notesSlide7.xml" Id="Rdffac152ac2f44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ream-column">
            <a:extLst xmlns:a="http://schemas.openxmlformats.org/drawingml/2006/main">
              <a:ext uri="{FF2B5EF4-FFF2-40B4-BE49-F238E27FC236}">
                <a16:creationId xmlns:a16="http://schemas.microsoft.com/office/drawing/2014/main" id="{A8B63F4E-6140-4666-8D70-4FF60DB1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0"/>
            <a:ext cx="3695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range-column">
            <a:extLst xmlns:a="http://schemas.openxmlformats.org/drawingml/2006/main">
              <a:ext uri="{FF2B5EF4-FFF2-40B4-BE49-F238E27FC236}">
                <a16:creationId xmlns:a16="http://schemas.microsoft.com/office/drawing/2014/main" id="{E32B28BE-6B4F-4460-9B4C-5C64CB74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533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1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F3BEB-E51B-4802-B993-B788D2E2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CE4FF"/>
                </a:solidFill>
                <a:latin typeface="Aptos"/>
                <a:ea typeface="Aptos"/>
                <a:cs typeface="Aptos"/>
              </a:rPr>
              <a:t>CONVEX - OPEN INNOVATION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A2B00-2CF1-44A2-8564-D640EEE1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00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C0CC5-27B3-4A85-9040-F71E7786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5715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C2CA6-5F22-47F4-9FE3-9DE701E4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657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docs4llm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F6284-0D8B-483C-9193-C24F3A7C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6572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4EFE6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4EFE6"/>
                </a:solidFill>
                <a:latin typeface="Aptos Display"/>
                <a:ea typeface="Aptos Display"/>
                <a:cs typeface="Aptos Display"/>
              </a:rPr>
              <a:t>Make your docs</a:t>
            </a:r>
          </a:p>
          <a:p xmlns:a="http://schemas.openxmlformats.org/drawingml/2006/main">
            <a:pPr algn="l">
              <a:defRPr sz="4200" b="1">
                <a:solidFill>
                  <a:srgbClr val="F4EFE6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4EFE6"/>
                </a:solidFill>
                <a:latin typeface="Aptos Display"/>
                <a:ea typeface="Aptos Display"/>
                <a:cs typeface="Aptos Display"/>
              </a:rPr>
              <a:t>usable by LLMs.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F80DE-A3EE-4A94-B2EC-A8410E63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867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2D2D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2D2D5"/>
                </a:solidFill>
                <a:latin typeface="Aptos"/>
                <a:ea typeface="Aptos"/>
                <a:cs typeface="Aptos"/>
              </a:rPr>
              <a:t>A docs URL becomes a hosted MCP server that AI clients can search, understand, and 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CCE45-0DC2-4045-8E46-74D26FA1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0287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14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714C"/>
                </a:solidFill>
                <a:latin typeface="Aptos"/>
                <a:ea typeface="Aptos"/>
                <a:cs typeface="Aptos"/>
              </a:rPr>
              <a:t>TEAM FIRECRACKERS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51CD0-2735-4B7E-A7BE-36808143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3525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TEAM-6F2C797C119E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66953-8175-4F60-9D5F-F7B21E17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62150"/>
            <a:ext cx="1828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1EDF9-44F6-42FD-8249-C2B1080A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66950"/>
            <a:ext cx="2362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Mukund Garg</a:t>
            </a:r>
          </a:p>
          <a:p xmlns:a="http://schemas.openxmlformats.org/drawingml/2006/main">
            <a:pPr algn="l">
              <a:defRPr sz="165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Garvit Singh</a:t>
            </a:r>
          </a:p>
          <a:p xmlns:a="http://schemas.openxmlformats.org/drawingml/2006/main">
            <a:pPr algn="l">
              <a:defRPr sz="165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Dipesh Kumar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53C28-2787-40D2-92BA-17354FAB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5434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Maharaja Surajmal</a:t>
            </a:r>
          </a:p>
          <a:p xmlns:a="http://schemas.openxmlformats.org/drawingml/2006/main">
            <a:pPr algn="l">
              <a:defRPr sz="1425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Institute of Technology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C8775-11B4-41C7-A392-419FD24D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619750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15BFF"/>
                </a:solidFill>
                <a:latin typeface="Aptos"/>
                <a:ea typeface="Aptos"/>
                <a:cs typeface="Aptos"/>
              </a:rPr>
              <a:t>DOCS</a:t>
            </a:r>
          </a:p>
          <a:p xmlns:a="http://schemas.openxmlformats.org/drawingml/2006/main">
            <a:pPr algn="l">
              <a:defRPr sz="1650" b="1">
                <a:solidFill>
                  <a:srgbClr val="315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15BFF"/>
                </a:solidFill>
                <a:latin typeface="Aptos"/>
                <a:ea typeface="Aptos"/>
                <a:cs typeface="Aptos"/>
              </a:rPr>
              <a:t>TO</a:t>
            </a:r>
          </a:p>
          <a:p xmlns:a="http://schemas.openxmlformats.org/drawingml/2006/main">
            <a:pPr algn="l">
              <a:defRPr sz="1650" b="1">
                <a:solidFill>
                  <a:srgbClr val="315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15BFF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B8778-100D-4FCD-868C-457A2555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28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docs4llm / FireCrackers / Cognitive Chaos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91F54-843A-463E-934C-7887CA1A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15268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range-field">
            <a:extLst xmlns:a="http://schemas.openxmlformats.org/drawingml/2006/main">
              <a:ext uri="{FF2B5EF4-FFF2-40B4-BE49-F238E27FC236}">
                <a16:creationId xmlns:a16="http://schemas.microsoft.com/office/drawing/2014/main" id="{5A8C73C8-EE04-4EE1-A111-853B9C54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1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5B54A-2F14-4877-9463-A7644E85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PROBLEM + EXISTING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7FBB3-2F65-4417-8161-9CEFB08A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00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AC830-40A2-4196-9C3B-9A588F6C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1719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71719"/>
                </a:solidFill>
                <a:latin typeface="Aptos Display"/>
                <a:ea typeface="Aptos Display"/>
                <a:cs typeface="Aptos Display"/>
              </a:rPr>
              <a:t>Human docs.</a:t>
            </a:r>
          </a:p>
          <a:p xmlns:a="http://schemas.openxmlformats.org/drawingml/2006/main">
            <a:pPr algn="l">
              <a:defRPr sz="3750" b="1">
                <a:solidFill>
                  <a:srgbClr val="171719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71719"/>
                </a:solidFill>
                <a:latin typeface="Aptos Display"/>
                <a:ea typeface="Aptos Display"/>
                <a:cs typeface="Aptos Display"/>
              </a:rPr>
              <a:t>Agent gaps.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F59D6-FE5F-486C-9C3B-E5A10604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The knowledge is present.</a:t>
            </a:r>
          </a:p>
          <a:p xmlns:a="http://schemas.openxmlformats.org/drawingml/2006/main">
            <a:pPr algn="l">
              <a:defRPr sz="180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The interface is missing.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E6659-C176-420B-9F38-9CF7CB92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352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719"/>
                </a:solidFill>
                <a:latin typeface="Aptos"/>
                <a:ea typeface="Aptos"/>
                <a:cs typeface="Aptos"/>
              </a:rPr>
              <a:t>Developers, product teams, and agents all pay for that gap in repeated context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A3140-7BB8-4A7F-9868-5BD452DB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066800"/>
            <a:ext cx="3143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B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15BFF"/>
                </a:solidFill>
                <a:latin typeface="Aptos"/>
                <a:ea typeface="Aptos"/>
                <a:cs typeface="Aptos"/>
              </a:rPr>
              <a:t>What exists 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53D64-0053-4D3B-A101-208E9AB2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9545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1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714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357A6-BBA9-454F-80EE-42C93D6C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76400"/>
            <a:ext cx="3905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Documentation sites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1740E-CE72-4835-A030-C38DBFF8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4787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good for people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92C1C-09BB-4EFA-A167-C2FBCB35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81250"/>
            <a:ext cx="586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F5468-E173-48BB-8E8B-609D62CB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0985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1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714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E92F1-E956-4DAF-A234-CA616E68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90800"/>
            <a:ext cx="3905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OpenAPI specifications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19797-BA1C-4AE9-85B8-DB74FFA8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6227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good for schemas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30721-56A9-49B8-BA64-D82B8BDF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95650"/>
            <a:ext cx="586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3FA9A-50AB-480B-B02B-7283D4E3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2425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1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714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370587-8B33-471C-B58B-613DBC55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3905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GitHub READMEs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8C1D4-67B4-4A82-A34B-F226B5FB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7667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good for contributors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4F10C6-2531-47AE-A6ED-525CBA4D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10050"/>
            <a:ext cx="586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A7DFF8-F988-4914-A699-973E1A36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3865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1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714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E8D3C3-6B84-4B9C-9CBC-236072E1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19600"/>
            <a:ext cx="3905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RAG chatbots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5D4E3D-6004-41FD-954D-46C34715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9107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good for answers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1B108A-30C7-4ADD-9A89-3ECF6092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24450"/>
            <a:ext cx="586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need-strip">
            <a:extLst xmlns:a="http://schemas.openxmlformats.org/drawingml/2006/main">
              <a:ext uri="{FF2B5EF4-FFF2-40B4-BE49-F238E27FC236}">
                <a16:creationId xmlns:a16="http://schemas.microsoft.com/office/drawing/2014/main" id="{532A1BCA-B0FE-48DB-995A-8E379C0B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19750"/>
            <a:ext cx="5867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39DE56-7C02-44EB-9B03-CA8E2CBA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91200"/>
            <a:ext cx="514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Agents need a dependable tool interface.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FF912F-54FF-41E2-BD37-338DF0AE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28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docs4llm / FireCrackers / Cognitive Chaos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2247A7-D2D6-4C08-A812-82F6BCC7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671211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315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olution-surface">
            <a:extLst xmlns:a="http://schemas.openxmlformats.org/drawingml/2006/main">
              <a:ext uri="{FF2B5EF4-FFF2-40B4-BE49-F238E27FC236}">
                <a16:creationId xmlns:a16="http://schemas.microsoft.com/office/drawing/2014/main" id="{741C83CB-2429-4CE6-BC90-8A577C46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0CC3D-259F-4DE2-A3B0-70E00574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PROPOSED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C2985-3622-46F0-9161-991EE374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00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E3FD2-CB65-4D5A-B5E1-F6AB6BAA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14450"/>
            <a:ext cx="628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1719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71719"/>
                </a:solidFill>
                <a:latin typeface="Aptos Display"/>
                <a:ea typeface="Aptos Display"/>
                <a:cs typeface="Aptos Display"/>
              </a:rPr>
              <a:t>One URL is enough.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8B74C-EF5B-4299-9C4E-570D6235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24075"/>
            <a:ext cx="704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docs4llm reads the documentation, understands its structure, and exposes a hosted MCP interface.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DDD88-B3C3-46EE-9CE9-B57B63B6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925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tep-0">
            <a:extLst xmlns:a="http://schemas.openxmlformats.org/drawingml/2006/main">
              <a:ext uri="{FF2B5EF4-FFF2-40B4-BE49-F238E27FC236}">
                <a16:creationId xmlns:a16="http://schemas.microsoft.com/office/drawing/2014/main" id="{41E7EB24-1AA3-41C3-9563-162750A9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1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3C363-4935-46B3-8D32-EA3023DE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A35FB-6C27-4A2C-B6E7-04F80952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00525"/>
            <a:ext cx="2190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Paste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27636-8F4E-4CB3-9253-4B9A04CE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Docs URL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39921-DF7C-474D-88B5-5398BF71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576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5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15BF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2" name="step-1">
            <a:extLst xmlns:a="http://schemas.openxmlformats.org/drawingml/2006/main">
              <a:ext uri="{FF2B5EF4-FFF2-40B4-BE49-F238E27FC236}">
                <a16:creationId xmlns:a16="http://schemas.microsoft.com/office/drawing/2014/main" id="{5482F175-64BA-478D-9B56-FDDAF14F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81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1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8BD1F-3AE1-4F1E-ACAE-317EEB49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576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B8B39-A28B-453B-A129-232D73EF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00525"/>
            <a:ext cx="2190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Understand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B74CD-4E99-4021-B634-7AEF5A2C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910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Crawl + AI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DC660-ED70-414C-92EE-6C7D3DBC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576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5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15BF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7" name="step-2">
            <a:extLst xmlns:a="http://schemas.openxmlformats.org/drawingml/2006/main">
              <a:ext uri="{FF2B5EF4-FFF2-40B4-BE49-F238E27FC236}">
                <a16:creationId xmlns:a16="http://schemas.microsoft.com/office/drawing/2014/main" id="{40ABD603-A4F7-41FE-AE83-5AFE2D8D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81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1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6C781-6DED-4D72-9CE3-F57BF5FF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576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20D32-1445-40BC-ABA2-2469E75E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00525"/>
            <a:ext cx="2190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CF6C9F-4385-48BF-B320-C28F6F2B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Typed MCP 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AD448E-12FD-4BC5-9A04-8993882F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576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5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15BF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2" name="step-3">
            <a:extLst xmlns:a="http://schemas.openxmlformats.org/drawingml/2006/main">
              <a:ext uri="{FF2B5EF4-FFF2-40B4-BE49-F238E27FC236}">
                <a16:creationId xmlns:a16="http://schemas.microsoft.com/office/drawing/2014/main" id="{6E3AF6FB-F6E7-4B2E-BEED-8C4604E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81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7DB872-4970-47BB-AC35-042C74B6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576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590384-A40C-4687-9D88-F6EE0C75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00525"/>
            <a:ext cx="2190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113F4A-1B5E-40B8-AAD5-4BD206B3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910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Cursor, Claude, VS Code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F6197E-82D0-4A6F-A104-5752123D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15BFF"/>
                </a:solidFill>
                <a:latin typeface="Aptos"/>
                <a:ea typeface="Aptos"/>
                <a:cs typeface="Aptos"/>
              </a:rPr>
              <a:t>A structured tool layer beats another unstructured context window.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45A564-612A-4E02-9A24-574201DC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28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docs4llm / FireCrackers / Cognitive Chaos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370A2D-E53D-447C-AA6B-ADFFCC86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73781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B3E8553B-AA8A-4F42-B2C1-645E26BC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1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BF87A-79BE-447C-9A7C-B496DF3C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ARCHITECTURE + TECH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E2EF5-0651-451A-8AF4-78C12E34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00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892CD-239E-43BC-855B-C73D5F38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work moves in one direction.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46480-10A1-4293-9DF6-4A9D1275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E4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CE4FF"/>
                </a:solidFill>
                <a:latin typeface="Aptos"/>
                <a:ea typeface="Aptos"/>
                <a:cs typeface="Aptos"/>
              </a:rPr>
              <a:t>Input -&gt; analysis -&gt; hosted tools</a:t>
            </a:r>
          </a:p>
        </p:txBody>
      </p:sp>
      <p:sp>
        <p:nvSpPr>
          <p:cNvPr id="6" name="arch-0">
            <a:extLst xmlns:a="http://schemas.openxmlformats.org/drawingml/2006/main">
              <a:ext uri="{FF2B5EF4-FFF2-40B4-BE49-F238E27FC236}">
                <a16:creationId xmlns:a16="http://schemas.microsoft.com/office/drawing/2014/main" id="{CB018781-C428-4188-AF7B-C7A6B378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600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DF426-6C80-4615-9BFF-A8748C29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1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714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ABB6C-6E4A-44EA-A305-1F6F8ADF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Docs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2AECC-BF06-4385-9529-D9213C4B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0F287-C4A9-43B9-BA1F-59E31138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909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71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714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1" name="arch-1">
            <a:extLst xmlns:a="http://schemas.openxmlformats.org/drawingml/2006/main">
              <a:ext uri="{FF2B5EF4-FFF2-40B4-BE49-F238E27FC236}">
                <a16:creationId xmlns:a16="http://schemas.microsoft.com/office/drawing/2014/main" id="{C925CF7F-F618-4EC2-84E1-825270D6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86075"/>
            <a:ext cx="1600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873E0-3E99-4360-9005-79D4F75E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670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1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714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0FD2E-3B72-490C-BFDE-085CB057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909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Ingestion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ADD20-FE3F-4936-842C-A82CE338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528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crawl + parse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AC695-E18B-4B54-A15C-5BF03AC1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09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71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714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6" name="arch-2">
            <a:extLst xmlns:a="http://schemas.openxmlformats.org/drawingml/2006/main">
              <a:ext uri="{FF2B5EF4-FFF2-40B4-BE49-F238E27FC236}">
                <a16:creationId xmlns:a16="http://schemas.microsoft.com/office/drawing/2014/main" id="{29353F24-FB97-4DFD-A664-EC125D8F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86075"/>
            <a:ext cx="1600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792BD4-BD4F-42AA-83C6-4B5A3C54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1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714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28B71-17B1-4B1F-99C7-E2CCD9F5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09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8E6052-9A7C-4F43-B5EC-58BE01BE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528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understand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6D266A-9F2A-45E4-ACB9-CA79AF87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909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71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714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1" name="arch-3">
            <a:extLst xmlns:a="http://schemas.openxmlformats.org/drawingml/2006/main">
              <a:ext uri="{FF2B5EF4-FFF2-40B4-BE49-F238E27FC236}">
                <a16:creationId xmlns:a16="http://schemas.microsoft.com/office/drawing/2014/main" id="{EEAF49C8-E73E-48BA-916F-39B31FEE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86075"/>
            <a:ext cx="1600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98FA2A-2052-49F8-9672-DF85E7A6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670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1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714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A98CE9-EE0F-430A-A804-D7BD9671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909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MCP tools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7B3D4D-414A-44E6-93E3-3E60C091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528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C76863-D616-455D-8877-289C4EDA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909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71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714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6" name="arch-4">
            <a:extLst xmlns:a="http://schemas.openxmlformats.org/drawingml/2006/main">
              <a:ext uri="{FF2B5EF4-FFF2-40B4-BE49-F238E27FC236}">
                <a16:creationId xmlns:a16="http://schemas.microsoft.com/office/drawing/2014/main" id="{647038EE-92F9-4FE9-958F-63441A77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86075"/>
            <a:ext cx="1600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A1F70A-1934-4F11-8005-AE6DCC17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670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1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714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BE556F-2FD7-4D8A-B1AE-2DBDBCF8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AI clients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145AF2-0538-4710-B512-95CAE82A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528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use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D9956B-B22B-4727-BA33-96080B13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275E0C-853B-4DFE-89EC-D2C5304A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714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714C"/>
                </a:solidFill>
                <a:latin typeface="Aptos"/>
                <a:ea typeface="Aptos"/>
                <a:cs typeface="Aptos"/>
              </a:rPr>
              <a:t>Convex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D444C8-748C-4543-8CAE-401A8491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24450"/>
            <a:ext cx="6953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state, workflow events, and realtime conversion status.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08B0F7-F618-4473-B105-9D819B5A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00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5C5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5C5C8"/>
                </a:solidFill>
                <a:latin typeface="Aptos"/>
                <a:ea typeface="Aptos"/>
                <a:cs typeface="Aptos"/>
              </a:rPr>
              <a:t>Next.js + React  /  TypeScript  /  Gemini  /  Drizzle  /  Convex  /  Upstash QStash  /  MCP SDK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3019BA-3D49-4683-831B-EBEB1DE8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28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B8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8B8B8"/>
                </a:solidFill>
                <a:latin typeface="Aptos"/>
                <a:ea typeface="Aptos"/>
                <a:cs typeface="Aptos"/>
              </a:rPr>
              <a:t>docs4llm / FireCrackers / Cognitive Chaos 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7CA68F-EE2B-4541-9D9B-15301CC4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101271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71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2B9021-3B22-498C-8DB0-C6E5FB76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KEY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FAC9D-641A-44DC-8B0D-8275A314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00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01104-FDF0-4D08-9C16-32E97D63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6858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1719"/>
                </a:solidFill>
                <a:latin typeface="Aptos Display"/>
                <a:ea typeface="Aptos Display"/>
                <a:cs typeface="Aptos Display"/>
              </a:defRPr>
            </a:pPr>
            <a:r>
              <a:rPr sz="3975" b="1">
                <a:solidFill>
                  <a:srgbClr val="171719"/>
                </a:solidFill>
                <a:latin typeface="Aptos Display"/>
                <a:ea typeface="Aptos Display"/>
                <a:cs typeface="Aptos Display"/>
              </a:rPr>
              <a:t>No manual mapping.</a:t>
            </a:r>
          </a:p>
          <a:p xmlns:a="http://schemas.openxmlformats.org/drawingml/2006/main">
            <a:pPr algn="l">
              <a:defRPr sz="3975" b="1">
                <a:solidFill>
                  <a:srgbClr val="171719"/>
                </a:solidFill>
                <a:latin typeface="Aptos Display"/>
                <a:ea typeface="Aptos Display"/>
                <a:cs typeface="Aptos Display"/>
              </a:defRPr>
            </a:pPr>
            <a:r>
              <a:rPr sz="3975" b="1">
                <a:solidFill>
                  <a:srgbClr val="171719"/>
                </a:solidFill>
                <a:latin typeface="Aptos Display"/>
                <a:ea typeface="Aptos Display"/>
                <a:cs typeface="Aptos Display"/>
              </a:rPr>
              <a:t>No repeat setup.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A617F-C5BF-47C7-8150-DC83CD0B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905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1719"/>
                </a:solidFill>
                <a:latin typeface="Aptos"/>
                <a:ea typeface="Aptos"/>
                <a:cs typeface="Aptos"/>
              </a:rPr>
              <a:t>docs4llm converts the source once, then makes it useful everywhere.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E3BCC-BEE0-40BE-9B7C-EF2E5BB9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97F92-3679-407A-B4DF-56B2D6F0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5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35D82-2D37-4371-87DC-0A5A7629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814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Multi-source ingestion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69FFB-4073-42B8-A68B-38CFC3F7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52925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719"/>
                </a:solidFill>
                <a:latin typeface="Aptos"/>
                <a:ea typeface="Aptos"/>
                <a:cs typeface="Aptos"/>
              </a:rPr>
              <a:t>Docs, OpenAPI, Postman, GitHub, MD/MDX, and HTML.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38810-6856-4450-AA37-9E6464C4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2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82B25-68C7-4568-89D6-D71BCE31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5B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ED60C-82AB-4B0A-8F72-F83A963C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814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AI tool generation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1471B-AB59-4ADF-AD20-FB5D6624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52925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719"/>
                </a:solidFill>
                <a:latin typeface="Aptos"/>
                <a:ea typeface="Aptos"/>
                <a:cs typeface="Aptos"/>
              </a:rPr>
              <a:t>Extract endpoints, workflows, and typed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AB45D-84A2-46B0-97F8-24910801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958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2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1202C-5A93-46E3-93D3-C4CC4949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5B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4A030-59E5-41F8-B5DD-9888F237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625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Tool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87C6F-2C7E-4394-9AB4-8C2D9D45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34025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719"/>
                </a:solidFill>
                <a:latin typeface="Aptos"/>
                <a:ea typeface="Aptos"/>
                <a:cs typeface="Aptos"/>
              </a:rPr>
              <a:t>Check schemas and smoke-test before publishing.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3C759-62C7-4FD3-9B1A-68D5B986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81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5B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B8C24-5FBD-4F5E-96D9-DCAD4499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625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Hosted MCP endpoint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D8CC26-75AA-49EC-B7D3-54C6A2E7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34025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719"/>
                </a:solidFill>
                <a:latin typeface="Aptos"/>
                <a:ea typeface="Aptos"/>
                <a:cs typeface="Aptos"/>
              </a:rPr>
              <a:t>One remote interface for every MCP-compatible client.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C9221-EE98-4E7B-A9DE-5B18D4F0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The innovation is a reusable interface between the documentation web and AI agents.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6DB598-C0F6-48DB-9BF5-E134E9A7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28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docs4llm / FireCrackers / Cognitive Chaos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412A8-5504-425F-A69C-8FA89F26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4930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lue-half">
            <a:extLst xmlns:a="http://schemas.openxmlformats.org/drawingml/2006/main">
              <a:ext uri="{FF2B5EF4-FFF2-40B4-BE49-F238E27FC236}">
                <a16:creationId xmlns:a16="http://schemas.microsoft.com/office/drawing/2014/main" id="{E6523735-68D7-4A36-83A2-C5D959EF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86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88CF5-0993-45AD-ADE0-1DD21F8F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IMPACT + FEASIBILITY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C5710-03F4-4D05-8777-D1964910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00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228C6-EE14-43D8-B38B-9DD60359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3619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Who wins?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3E08C-1B08-4665-AE94-A44B39D9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1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714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73703-6D59-4F62-8802-B57BEEB7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Developers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281EC-49FB-46A3-8255-17C406E9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19400"/>
            <a:ext cx="3181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4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4FF"/>
                </a:solidFill>
                <a:latin typeface="Aptos"/>
                <a:ea typeface="Aptos"/>
                <a:cs typeface="Aptos"/>
              </a:rPr>
              <a:t>Less hunting. Less manual setup.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106B5-9D9E-47C7-B94B-3CBDEC2F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BB1C5-DFA2-4886-ACDC-B4A2EBF9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1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714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8E836-72FF-400D-8055-3608269A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 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11767-38DF-4ED8-B7E6-E190344A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3181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4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4FF"/>
                </a:solidFill>
                <a:latin typeface="Aptos"/>
                <a:ea typeface="Aptos"/>
                <a:cs typeface="Aptos"/>
              </a:rPr>
              <a:t>One source of truth across tools.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6B7AE-EB1D-4C83-8485-CAAB0573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B7802-F91F-49C0-82DE-9859DB88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1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714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64168-1B9F-4431-9113-52370B5E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FB253-6915-4204-9FDE-AC9554D1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3181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4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4FF"/>
                </a:solidFill>
                <a:latin typeface="Aptos"/>
                <a:ea typeface="Aptos"/>
                <a:cs typeface="Aptos"/>
              </a:rPr>
              <a:t>Structured context they can call.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1D78C5-5B90-4892-B7FA-70CE6450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295400"/>
            <a:ext cx="4191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9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1719"/>
                </a:solidFill>
                <a:latin typeface="Aptos Display"/>
                <a:ea typeface="Aptos Display"/>
                <a:cs typeface="Aptos Display"/>
              </a:rPr>
              <a:t>Why it scales.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DC1A1-6122-4FE8-97C2-916E983D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57450"/>
            <a:ext cx="4095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Serverless deployment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C359C-5206-465F-A93F-2B023590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38450"/>
            <a:ext cx="470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Hosted MCP endpoints keep operations lightweight.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1D2509-9FEE-4436-95AA-6025C7A2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19475"/>
            <a:ext cx="470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BB8F60-2BE3-4866-AB9B-17F1E5BB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57600"/>
            <a:ext cx="4095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Queue-based processing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598B8E-67F9-4CD6-86FD-B2E45AAB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38600"/>
            <a:ext cx="470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Crawling and analysis scale separately from live tool calls.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6BFA88-FF8C-4AFE-8B7E-A24E676D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19625"/>
            <a:ext cx="470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6F859C-5BF9-4F8E-A626-1C1491ED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57750"/>
            <a:ext cx="4095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Convex coordination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DCAB62-8ACC-42C9-A224-890AF286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38750"/>
            <a:ext cx="470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Realtime state and workflow events stay in one backend.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152DDE-B115-449E-AA0D-395D23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28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docs4llm / FireCrackers / Cognitive Chaos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7C2CBB-A998-4045-A480-A3FFAF86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701490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lack-top">
            <a:extLst xmlns:a="http://schemas.openxmlformats.org/drawingml/2006/main">
              <a:ext uri="{FF2B5EF4-FFF2-40B4-BE49-F238E27FC236}">
                <a16:creationId xmlns:a16="http://schemas.microsoft.com/office/drawing/2014/main" id="{2E93C9C7-F902-4CE3-9273-61BD6321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range-block">
            <a:extLst xmlns:a="http://schemas.openxmlformats.org/drawingml/2006/main">
              <a:ext uri="{FF2B5EF4-FFF2-40B4-BE49-F238E27FC236}">
                <a16:creationId xmlns:a16="http://schemas.microsoft.com/office/drawing/2014/main" id="{A3FD0CBD-5245-4C7B-9731-A734D156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0"/>
            <a:ext cx="30289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1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825CE-D4D7-4C2D-BE80-2650FA9D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CE4FF"/>
                </a:solidFill>
                <a:latin typeface="Aptos"/>
                <a:ea typeface="Aptos"/>
                <a:cs typeface="Aptos"/>
              </a:rPr>
              <a:t>DEMO + 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FA3FA-ECDF-4B82-89A6-BD5660FB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00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719AF-A924-4A2C-A9A9-4B2F63C1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620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Docs become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infrastructure.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0B645-6EC2-41DF-834C-39A9FA12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542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15BFF"/>
                </a:solidFill>
                <a:latin typeface="Aptos"/>
                <a:ea typeface="Aptos"/>
                <a:cs typeface="Aptos"/>
              </a:rPr>
              <a:t>Why docs4llm should be selected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F1614-BA63-4C49-BA6D-4B4A77C2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19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It makes trusted documentation practical for the next generation of software builders: LLMs and agents.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DDDDA-C33A-4F02-A4C4-0923AA43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E9B10-B023-4D68-ABD3-F0CB43DC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71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714C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DD6DC-A152-49BE-8495-14563AED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2057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PASTE DOCS URL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CD84B-EF3E-47D1-AFC6-D9CE5124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3340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15B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15BF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0C083-8029-4D2B-A335-6104D516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2095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BUILD MCP TOOLS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1CF56-F014-41BB-B90C-C04AFAE9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3340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15B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15BF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6F5BB-B74D-4346-AD3C-28B9EC24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334000"/>
            <a:ext cx="2190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CONNECT AGENT</a:t>
            </a:r>
          </a:p>
        </p:txBody>
      </p:sp>
      <p:sp>
        <p:nvSpPr>
          <p:cNvPr id="15" name="outcome-panel">
            <a:extLst xmlns:a="http://schemas.openxmlformats.org/drawingml/2006/main">
              <a:ext uri="{FF2B5EF4-FFF2-40B4-BE49-F238E27FC236}">
                <a16:creationId xmlns:a16="http://schemas.microsoft.com/office/drawing/2014/main" id="{2B533491-9A61-45C5-8BB3-94642B83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33700"/>
            <a:ext cx="29337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5A057-C590-458D-AC03-F875F94E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76600"/>
            <a:ext cx="2362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ONE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DOCUMENTATION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1A952-9BAC-4B16-AA76-73C2AAE7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72000"/>
            <a:ext cx="2228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4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4FF"/>
                </a:solidFill>
                <a:latin typeface="Aptos"/>
                <a:ea typeface="Aptos"/>
                <a:cs typeface="Aptos"/>
              </a:rPr>
              <a:t>Many AI clients.</a:t>
            </a:r>
          </a:p>
          <a:p xmlns:a="http://schemas.openxmlformats.org/drawingml/2006/main">
            <a:pPr algn="l">
              <a:defRPr sz="1350" b="0">
                <a:solidFill>
                  <a:srgbClr val="DCE4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4FF"/>
                </a:solidFill>
                <a:latin typeface="Aptos"/>
                <a:ea typeface="Aptos"/>
                <a:cs typeface="Aptos"/>
              </a:rPr>
              <a:t>One dependable interface.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30062-0563-480E-9EBD-FE8AB5D6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0007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CURSOR  /  CLAUDE  /  VS CODE  /  CODEX  /  WINDSURF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174AE-7278-4FE8-9F3C-DA4A98DA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28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6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6662"/>
                </a:solidFill>
                <a:latin typeface="Aptos"/>
                <a:ea typeface="Aptos"/>
                <a:cs typeface="Aptos"/>
              </a:rPr>
              <a:t>docs4llm / FireCrackers / Cognitive Chaos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434F93-9E56-4F55-AE5E-C322FDB0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71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57594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2026-07-12T17:56:13.3920000Z</dcterms:created>
  <dcterms:modified xsi:type="dcterms:W3CDTF">2026-07-12T17:56:13.3930000Z</dcterms:modified>
</coreProperties>
</file>