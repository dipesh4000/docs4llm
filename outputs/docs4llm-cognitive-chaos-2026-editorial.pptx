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fe6f7b8a254531" /><Relationship Type="http://schemas.openxmlformats.org/officeDocument/2006/relationships/extended-properties" Target="/docProps/app.xml" Id="R31732c92e4d94352" /><Relationship Type="http://schemas.openxmlformats.org/officeDocument/2006/relationships/officeDocument" Target="/ppt/presentation.xml" Id="R370b9090965249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4f8bccd2d046cf"/>
  </p:sldMasterIdLst>
  <p:notesMasterIdLst>
    <p:notesMasterId xmlns:r="http://schemas.openxmlformats.org/officeDocument/2006/relationships" r:id="Raff064cd939b469a"/>
  </p:notesMasterIdLst>
  <p:sldIdLst>
    <p:sldId xmlns:r="http://schemas.openxmlformats.org/officeDocument/2006/relationships" id="256" r:id="R57a146797b744d2d"/>
    <p:sldId xmlns:r="http://schemas.openxmlformats.org/officeDocument/2006/relationships" id="257" r:id="Rd423e1309dfe4f0b"/>
    <p:sldId xmlns:r="http://schemas.openxmlformats.org/officeDocument/2006/relationships" id="258" r:id="Rf480e643a97a4233"/>
    <p:sldId xmlns:r="http://schemas.openxmlformats.org/officeDocument/2006/relationships" id="259" r:id="R70bf42bd613c4148"/>
    <p:sldId xmlns:r="http://schemas.openxmlformats.org/officeDocument/2006/relationships" id="260" r:id="R883ce0b1754a4b2a"/>
    <p:sldId xmlns:r="http://schemas.openxmlformats.org/officeDocument/2006/relationships" id="261" r:id="R9c7ec143a45c43c5"/>
    <p:sldId xmlns:r="http://schemas.openxmlformats.org/officeDocument/2006/relationships" id="262" r:id="Rebadc807c6524c1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60337e66484650" /><Relationship Type="http://schemas.openxmlformats.org/officeDocument/2006/relationships/slideMaster" Target="/ppt/slideMasters/slideMaster1.xml" Id="Rff4f8bccd2d046cf" /><Relationship Type="http://schemas.openxmlformats.org/officeDocument/2006/relationships/notesMaster" Target="/ppt/notesMasters/notesMaster1.xml" Id="Raff064cd939b469a" /><Relationship Type="http://schemas.openxmlformats.org/officeDocument/2006/relationships/presProps" Target="/ppt/presProps.xml" Id="R1c83c4d09be349a2" /><Relationship Type="http://schemas.openxmlformats.org/officeDocument/2006/relationships/tableStyles" Target="/ppt/tableStyles.xml" Id="Re17f1b9f9dc04346" /><Relationship Type="http://schemas.openxmlformats.org/officeDocument/2006/relationships/slide" Target="/ppt/slides/slide1.xml" Id="R57a146797b744d2d" /><Relationship Type="http://schemas.openxmlformats.org/officeDocument/2006/relationships/slide" Target="/ppt/slides/slide2.xml" Id="Rd423e1309dfe4f0b" /><Relationship Type="http://schemas.openxmlformats.org/officeDocument/2006/relationships/slide" Target="/ppt/slides/slide3.xml" Id="Rf480e643a97a4233" /><Relationship Type="http://schemas.openxmlformats.org/officeDocument/2006/relationships/slide" Target="/ppt/slides/slide4.xml" Id="R70bf42bd613c4148" /><Relationship Type="http://schemas.openxmlformats.org/officeDocument/2006/relationships/slide" Target="/ppt/slides/slide5.xml" Id="R883ce0b1754a4b2a" /><Relationship Type="http://schemas.openxmlformats.org/officeDocument/2006/relationships/slide" Target="/ppt/slides/slide6.xml" Id="R9c7ec143a45c43c5" /><Relationship Type="http://schemas.openxmlformats.org/officeDocument/2006/relationships/slide" Target="/ppt/slides/slide7.xml" Id="Rebadc807c6524c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419d572c1843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ff41f2ffe84ee5" /><Relationship Type="http://schemas.openxmlformats.org/officeDocument/2006/relationships/notesMaster" Target="/ppt/notesMasters/notesMaster1.xml" Id="Re6a4f3e1f21047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47ed03530b4a7a" /><Relationship Type="http://schemas.openxmlformats.org/officeDocument/2006/relationships/notesMaster" Target="/ppt/notesMasters/notesMaster1.xml" Id="R96c6fb95e1ba47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acda42c7dc4c57" /><Relationship Type="http://schemas.openxmlformats.org/officeDocument/2006/relationships/notesMaster" Target="/ppt/notesMasters/notesMaster1.xml" Id="Rfe046a1219144f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946daf027941f6" /><Relationship Type="http://schemas.openxmlformats.org/officeDocument/2006/relationships/notesMaster" Target="/ppt/notesMasters/notesMaster1.xml" Id="Rd4827bcbaacf4c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5ceceb45ef4b04" /><Relationship Type="http://schemas.openxmlformats.org/officeDocument/2006/relationships/notesMaster" Target="/ppt/notesMasters/notesMaster1.xml" Id="Rc0aa1962b94448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82dec053584565" /><Relationship Type="http://schemas.openxmlformats.org/officeDocument/2006/relationships/notesMaster" Target="/ppt/notesMasters/notesMaster1.xml" Id="Rb4c0c7f4297641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e42a478400416e" /><Relationship Type="http://schemas.openxmlformats.org/officeDocument/2006/relationships/notesMaster" Target="/ppt/notesMasters/notesMaster1.xml" Id="R9fe8a6bb411c49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1488ff53245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2114d6efc646fd" /><Relationship Type="http://schemas.openxmlformats.org/officeDocument/2006/relationships/slideLayout" Target="/ppt/slideLayouts/slideLayout1.xml" Id="Rbc96ab7835304a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96ab7835304a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ccca4391c4a08" /><Relationship Type="http://schemas.openxmlformats.org/officeDocument/2006/relationships/notesSlide" Target="/ppt/notesSlides/notesSlide1.xml" Id="Rfe558d51a9c74a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55b18176a4ee0" /><Relationship Type="http://schemas.openxmlformats.org/officeDocument/2006/relationships/notesSlide" Target="/ppt/notesSlides/notesSlide2.xml" Id="Rf56d2f6bfd044e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ba498019a401b" /><Relationship Type="http://schemas.openxmlformats.org/officeDocument/2006/relationships/notesSlide" Target="/ppt/notesSlides/notesSlide3.xml" Id="Rf9beb40a010c4d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6781ad1324308" /><Relationship Type="http://schemas.openxmlformats.org/officeDocument/2006/relationships/notesSlide" Target="/ppt/notesSlides/notesSlide4.xml" Id="R95da58c5ac3e4d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78ac40d974420" /><Relationship Type="http://schemas.openxmlformats.org/officeDocument/2006/relationships/notesSlide" Target="/ppt/notesSlides/notesSlide5.xml" Id="R10b353e0ed3e43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00986683a468b" /><Relationship Type="http://schemas.openxmlformats.org/officeDocument/2006/relationships/notesSlide" Target="/ppt/notesSlides/notesSlide6.xml" Id="R63cfb3e78a0a48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84a4654b64e05" /><Relationship Type="http://schemas.openxmlformats.org/officeDocument/2006/relationships/notesSlide" Target="/ppt/notesSlides/notesSlide7.xml" Id="Rf092805b40574e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E29162-454A-4EC5-99E8-268985C4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CONVEX - OPEN INNOVATION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04508-A234-47AB-9D90-E5A16016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09FF1-856F-414A-8BAE-CCFEDC43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619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docs4llm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5AFB5-C600-4063-B4C8-A4E55C0B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619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B59F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B59FF"/>
                </a:solidFill>
                <a:latin typeface="Aptos Display"/>
                <a:ea typeface="Aptos Display"/>
                <a:cs typeface="Aptos Display"/>
              </a:rPr>
              <a:t>Documentation that</a:t>
            </a:r>
          </a:p>
          <a:p xmlns:a="http://schemas.openxmlformats.org/drawingml/2006/main">
            <a:pPr algn="l">
              <a:defRPr sz="3525" b="1">
                <a:solidFill>
                  <a:srgbClr val="2B59F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2B59FF"/>
                </a:solidFill>
                <a:latin typeface="Aptos Display"/>
                <a:ea typeface="Aptos Display"/>
                <a:cs typeface="Aptos Display"/>
              </a:rPr>
              <a:t>LLMs can use.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46AC3-0DFC-445B-B957-DF614822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52197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Turn any docs URL into a hosted MCP server - so agents can search, understand, and 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D83D3-263A-4B07-A64D-7DA041CE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1445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B2ADB-2AEB-4B2D-BFA3-87AD0758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28775"/>
            <a:ext cx="17145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66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C71D4-6B85-4942-ABA1-1F8ACD73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480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DOCS URL</a:t>
            </a:r>
          </a:p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AI ANALYSIS</a:t>
            </a:r>
          </a:p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MCP ENDPOINT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5DE93-6E75-4C2A-9165-0EC9BF12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67250"/>
            <a:ext cx="2762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Team FireCrackers</a:t>
            </a:r>
          </a:p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team-6F2C797C119E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EED5C-70E0-4C02-9A0C-2C2CBF9C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6257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Maharaja Surajmal Institute of Technology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43D511-CCE2-46B1-BDB7-5731706A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60D39-528F-49B3-869D-725BFDD3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docs4llm  /  FireCrackers  /  Cognitive Chaos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C31A0-4E0A-4C03-BAAA-97AB3D82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05575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549296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F46295-0072-40B5-B24D-93C11A2F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PROBLEM + EXISTING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5C613-03CF-484E-A7A2-1981B29C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542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38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The problem is not</a:t>
            </a:r>
          </a:p>
          <a:p xmlns:a="http://schemas.openxmlformats.org/drawingml/2006/main">
            <a:pPr algn="l">
              <a:defRPr sz="38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38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missing documentation.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A40F0-2AF4-45AB-84CC-2078DB35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42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It is documentation that an agent cannot reliably 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269CD-3AA6-4108-8F30-A1129894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48387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Teams are forced to translate human-readable pages into agent-readable context again and again.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3B384-DEF9-49FE-B1CF-6984EC81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65E34-859E-4237-ABBD-6A259DC8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Affected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992F5-291B-4B97-8A38-452730B8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4857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Developers  /  Product teams  /  AI agents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EDA4A-6C69-46C5-8885-52130674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519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Current choices: static docs, RAG chatbots, or hand-built MCP wrappers.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39A12-CF7B-4AA6-A10C-A04EBEB4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66800"/>
            <a:ext cx="19050" cy="471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84FB3-B4FE-4214-BD0E-3FF5818B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66800"/>
            <a:ext cx="3333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What agents receive today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4D143-9474-4E69-A2FC-4CD6F6BC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0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5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C5A9C-4CDD-48E5-B124-382878CD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752600"/>
            <a:ext cx="2819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Docs site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659F8-FEF5-4981-8BC0-7695D232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859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pages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F6EB5-8E2A-4CB9-B6D1-67BBC197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5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17A870-4095-4CA6-8639-B2A59A41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76500"/>
            <a:ext cx="2819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OpenAPI spec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538DFE-AB6F-4978-AC26-26D093D8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098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schema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E8617-0E35-4F66-9C44-1032BC65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48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5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19CC13-C5FE-409C-9465-A2899975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00400"/>
            <a:ext cx="2819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GitHub README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E7DDF8-9A28-46F8-B83F-46B529BE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337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repository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FAE332-AADB-4E41-98F6-047A5A45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5CC1D6-7629-4F56-8205-3EA1A108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24300"/>
            <a:ext cx="2819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Changelog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2C75D5-0751-4A68-AC4B-231B73A1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576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history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391B8E-E390-474F-9436-27288542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48225"/>
            <a:ext cx="352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21AE10-0A46-4011-B761-9AFE9551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86350"/>
            <a:ext cx="3333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What they need instead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7BC653-A2C7-41FD-BFAE-E8A427B8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102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A dependable tool interface.</a:t>
            </a:r>
          </a:p>
        </p:txBody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DCAB8E9-438F-441C-A377-6DC13844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E45287-5996-42C9-89E9-5E123134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docs4llm  /  FireCrackers  /  Cognitive Chaos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CE8393-C5C2-445C-BE95-D080CD15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05575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776950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594A32-E69A-4D78-842C-C466F4F4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D2683-ABAC-43A4-B75F-378D3F96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2865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397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One URL.</a:t>
            </a:r>
          </a:p>
          <a:p xmlns:a="http://schemas.openxmlformats.org/drawingml/2006/main">
            <a:pPr algn="l">
              <a:defRPr sz="397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397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A usable agent interface.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C4066-E641-4803-AC13-D2D98295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6381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docs4llm transforms documentation into a hosted MCP endpoint - not another layer of text for an LLM to guess through.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4F51F-EC05-4B48-8AEB-AD2E2D32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2BC58-00F4-43BB-8E3F-6648F696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5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30BEE-B9EA-4669-AE15-FFDCBBA7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8927B-08E2-4312-ACA0-DF2B91B1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286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Paste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0D325-9BBE-42DA-AA85-FC392E62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2286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Documentation 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148AB-FEF3-45ED-A306-EB584049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576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0676F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2B109-5D7D-4FE0-BDAB-6BBC006C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24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5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D02DC-DFFB-422B-92DA-7C754272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24375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0E1B72-01D7-441C-A4F4-DD9922C6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57750"/>
            <a:ext cx="2286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Understand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844C9-7FDB-495A-8B92-BBC3B0B5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229225"/>
            <a:ext cx="2286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Crawl and classify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11AD7-097E-47C1-93FC-64004CC6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576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0676F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BC305-B9D5-4417-8F1E-B81FCCDD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24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5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B3005-828E-403C-A812-5A9B1BBE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24375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F67981-B8C8-4B57-BC51-F77DEDD2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57750"/>
            <a:ext cx="2286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Publish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4B8A08-EFAB-4B89-AC4B-4F8C8318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29225"/>
            <a:ext cx="2286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Typed MCP tools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E3E128-BE5B-4BCA-B695-F12CD10D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576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0676F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511F62-8DF9-49BF-AB12-CE04E59F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24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D270CA-065F-430C-86C6-F729DCEC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524375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E39B16-804B-4D7A-8419-B74C9090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857750"/>
            <a:ext cx="2286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228198-D083-4088-BBCE-5A38313D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29225"/>
            <a:ext cx="2286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Any MCP client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06AFC1-487F-4D8A-A72E-6D404515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9810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Why it is better: structured tools let agents perform the documented work instead of merely summarizing it.</a:t>
            </a:r>
          </a:p>
        </p:txBody>
      </p:sp>
      <p:sp>
        <p:nvSpPr>
          <p:cNvPr id="2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2220D77-D358-4291-8DB7-9C1744F3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793806-2DCC-4964-806B-827D3AA3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docs4llm  /  FireCrackers  /  Cognitive Chaos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07042C-48A9-4F13-AB16-768525A1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05575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339079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2A60FA-4F57-4F1E-A8AF-146E6920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ARCHITECTURE + TECH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27F49-2C6B-4BE0-8C6C-9D88F806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590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The architecture is simple</a:t>
            </a:r>
          </a:p>
          <a:p xmlns:a="http://schemas.openxmlformats.org/drawingml/2006/main">
            <a:pPr algn="l">
              <a:defRPr sz="36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because the job is specific.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7EDD0-2857-44AE-9B86-3E3467E4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8575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Mermaid.js system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F932D-E15B-4977-A38C-63E9AC7F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D2ABB-E2D2-457C-AFD4-ED43EFBB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95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E96CB-0895-4F3D-818A-B0F100EC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333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96FD9-AC84-45C3-83AF-C69A2F3F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Docs URL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866D1-F052-45BA-AA62-8067B9DF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27A7E-5C47-434B-8273-9AC0975A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7528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75D806-B021-461E-9119-4D7DFAA8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57575"/>
            <a:ext cx="95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507B03-7A4C-40C2-B5FA-B1CA40A3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162300"/>
            <a:ext cx="333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4EC0F-73E4-4638-81F3-75E7EF96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590925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Ingestion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5236AD-2528-4BC7-8389-3CD62734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96240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crawl + parse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F64ED-AAB8-4BD3-9BF0-9B2561D4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528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DD7E3-CD03-45CA-819E-859F282C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57575"/>
            <a:ext cx="95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4BA851-7312-447F-9F30-26571D94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62300"/>
            <a:ext cx="333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9B1274-B2A7-4B89-8495-91A438F6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90925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Gemini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FAD4BC-A9D1-4E7B-955C-2813A009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6240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understand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6E6157-D487-4BC5-BAA0-7945A920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7528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D001CB-B014-4154-9DF3-BB5ACDF8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457575"/>
            <a:ext cx="95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456785-84B9-4B2D-BF2D-3354DD5D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62300"/>
            <a:ext cx="333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CF12B0-E58C-4FEF-928C-E443272E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90925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MCP tools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198F5E-4EF2-4896-91AC-300BE251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6240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generate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17085E-3657-4817-A4AC-652A8B95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528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8FCF55-59FF-4E18-A64C-BFFBB88F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57575"/>
            <a:ext cx="95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F80857-98E6-42B0-9C03-14E77F38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62300"/>
            <a:ext cx="333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E23B4B-B074-4AB4-81DB-19834F67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90925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AI clients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E8B5C4-6774-4E5D-B688-A0DE50B9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6240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use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A7F958-C099-40C0-A0A6-735F487F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342768-FEEE-4718-A054-DE65F9D8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Convex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4B0C44-7065-461E-813B-9732A075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86350"/>
            <a:ext cx="7239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318"/>
                </a:solidFill>
                <a:latin typeface="Aptos"/>
                <a:ea typeface="Aptos"/>
                <a:cs typeface="Aptos"/>
              </a:rPr>
              <a:t>Integration in progress: project state, workflow events, and realtime conversion status.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09B739-823B-4734-9262-013296B3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Current stack  /  Next.js + React  /  TypeScript  /  Gemini  /  Supabase + Drizzle  /  Upstash QStash  /  MCP SDK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7DF91E-EBF4-45DF-856E-3EDBA899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7810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76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0676F"/>
                </a:solidFill>
                <a:latin typeface="Aptos Mono"/>
                <a:ea typeface="Aptos Mono"/>
                <a:cs typeface="Aptos Mono"/>
              </a:rPr>
              <a:t>Mermaid: DocsURL --&gt; Ingestion --&gt; Gemini --&gt; MCPTools --&gt; AIClients</a:t>
            </a:r>
          </a:p>
        </p:txBody>
      </p:sp>
      <p:sp>
        <p:nvSpPr>
          <p:cNvPr id="3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558EE15-8909-42EB-BE8E-125A92DF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9427C4-9CDE-4145-BB61-BB4502A4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docs4llm  /  FireCrackers  /  Cognitive Chaos 2026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61D5F2-4BE0-4C29-A275-BB33FF78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05575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398279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32BA9B-E815-4C5B-9D20-CB32205E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KEY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81FD4-2E22-41F2-A8A7-6844E3AB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38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Four parts.</a:t>
            </a:r>
          </a:p>
          <a:p xmlns:a="http://schemas.openxmlformats.org/drawingml/2006/main">
            <a:pPr algn="l">
              <a:defRPr sz="38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38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One useful outcome.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837A5-21E0-4E08-9649-2F63FBD7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524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Make the documentation callable.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B3850-A285-4ED1-A65E-ADEF8065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457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66AE3-2433-4505-ADE5-A666FCF4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57550"/>
            <a:ext cx="417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Ingest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27EAC-D285-4175-AD5C-81EDFCA0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41719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Docs sites, OpenAPI, Postman, GitHub, MD/MDX, and HTML.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A8E1D-88DB-408C-A1BF-18BC95A9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BDF4D-1AA7-4A35-82D5-CD394C80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57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63965-CAE8-4954-9A2F-8C769CC3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29150"/>
            <a:ext cx="417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Understand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75B91-0A50-458C-B981-7F833DD8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29200"/>
            <a:ext cx="41719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Gemini extracts endpoints, workflows, and documentation meaning.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7889B-51F3-4F9B-9933-7B92FFEF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C2493-528C-4DEC-8F84-944E6097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57550"/>
            <a:ext cx="457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9B03B-CF40-4440-8E3E-6897A84A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57550"/>
            <a:ext cx="417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Generate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90688F-B18E-4B65-97A3-59CD5208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57600"/>
            <a:ext cx="41719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Create typed MCP tools and a documentation agent.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C3872-71C4-42FF-B297-DAD3467A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624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2EA1B8-E04D-4A98-AD8A-370488E5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29150"/>
            <a:ext cx="457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CE4E6-4D64-4C9C-9D3A-77179DD8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29150"/>
            <a:ext cx="417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9AF0F5-18FD-4A8B-B2E4-43CD5633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29200"/>
            <a:ext cx="41719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Check tool schemas and smoke-test the runtime before publishing.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222FF-E088-4424-9683-B85CD9A0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7340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C1CFDF-96DA-472A-A5F1-D9425462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9540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9EEFF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E9EEFF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D717B2-E6ED-486A-B776-6AE18342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9667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The innovation is not another chat window. It is a reusable tool layer for every AI client.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11797D7-42BA-4DFD-AFD4-64E58599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B2B888-B3F3-4E1F-8766-146E546F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docs4llm  /  FireCrackers  /  Cognitive Chaos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0DE90D-16FA-454D-834A-82EB7A1C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05575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40690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273E02-9419-4970-9691-AD3DF172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IMPACT + FEASIBILITY</a:t>
            </a:r>
          </a:p>
        </p:txBody>
      </p:sp>
      <p:sp>
        <p:nvSpPr>
          <p:cNvPr id="2" name="impact-field">
            <a:extLst xmlns:a="http://schemas.openxmlformats.org/drawingml/2006/main">
              <a:ext uri="{FF2B5EF4-FFF2-40B4-BE49-F238E27FC236}">
                <a16:creationId xmlns:a16="http://schemas.microsoft.com/office/drawing/2014/main" id="{60D067DA-E89A-44C7-9B8E-EF4A8118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5381625" cy="549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546FF-F5F3-4CE4-8691-1FB9D786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333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Who benefits?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0D59C-9C6D-4078-8711-E8CF523C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Developers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BA312-B940-47C7-A614-D7B2C3A1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3286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1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1FF"/>
                </a:solidFill>
                <a:latin typeface="Aptos"/>
                <a:ea typeface="Aptos"/>
                <a:cs typeface="Aptos"/>
              </a:rPr>
              <a:t>Less hunting. Less manual setup.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BEC05-BC95-4E73-9755-095D73A0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59EBE-8C11-4284-A753-CF848B7E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 teams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E0FF4-21EF-4B8B-B096-84083905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3286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1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1FF"/>
                </a:solidFill>
                <a:latin typeface="Aptos"/>
                <a:ea typeface="Aptos"/>
                <a:cs typeface="Aptos"/>
              </a:rPr>
              <a:t>One source of truth across tools.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D211A-0243-4F57-B56A-3A7A8A90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BF8FA9-0F0E-4939-A1CD-5FA04A9C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596A7-3609-48C6-8515-6388D2E9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3286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1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1FF"/>
                </a:solidFill>
                <a:latin typeface="Aptos"/>
                <a:ea typeface="Aptos"/>
                <a:cs typeface="Aptos"/>
              </a:rPr>
              <a:t>Structured context they can call.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54C6D-C988-46D8-BD8E-E18EE160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14450"/>
            <a:ext cx="428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Feasible from day one.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AFF63-B16A-455B-BA7B-0FEA11BA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95525"/>
            <a:ext cx="4095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01  Serverless deployment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040E2-286F-44A5-A00F-11FBCC93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4524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Next.js and hosted MCP endpoints keep the operating model lightweight.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89949-592C-4C14-8B71-323F4EA0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909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802F21-1CA3-4660-9D4B-01B1710D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4381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02  Queue-based processing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DC1691-1F1B-45CF-87FE-708C86DF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86225"/>
            <a:ext cx="4524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Crawling and AI analysis scale independently from live tool calls.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281E9D-71BE-4D0C-BC9D-66AF1A8E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01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DC15A7-BF90-4BFD-9B36-F00628B8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33975"/>
            <a:ext cx="4381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03  Convex-ready backend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456FBA-3493-4F2F-B74E-D33E1725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05450"/>
            <a:ext cx="466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Realtime state and workflow coordination are being integrated for the Convex track.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AC256FC-3846-479B-9B6B-81BED723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C0239F-A49E-4B63-9B3E-02820BCE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7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676F"/>
                </a:solidFill>
                <a:latin typeface="Aptos"/>
                <a:ea typeface="Aptos"/>
                <a:cs typeface="Aptos"/>
              </a:rPr>
              <a:t>docs4llm  /  FireCrackers  /  Cognitive Chaos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657F48-3A6B-4AC5-A2E8-F9B32BAE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05575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237036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17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A22660-ED19-4A2D-B19C-7430410C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D3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D3FF"/>
                </a:solidFill>
                <a:latin typeface="Aptos"/>
                <a:ea typeface="Aptos"/>
                <a:cs typeface="Aptos"/>
              </a:rPr>
              <a:t>DEMO +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03DCE-56E6-47C1-ADE2-7A07EB48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620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Build once.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Let every agent read the docs.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9755C-0886-40C9-914E-18F391BF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67246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2D4D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2D4D9"/>
                </a:solidFill>
                <a:latin typeface="Aptos"/>
                <a:ea typeface="Aptos"/>
                <a:cs typeface="Aptos"/>
              </a:rPr>
              <a:t>docs4llm turns the web's documentation into dependable, reusable AI infrastructure.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DC2FC-120C-4112-A81C-E0D44954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70DC1-88E9-4FDF-B298-852640E6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D3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9D3FF"/>
                </a:solidFill>
                <a:latin typeface="Aptos"/>
                <a:ea typeface="Aptos"/>
                <a:cs typeface="Aptos"/>
              </a:rPr>
              <a:t>Prototype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7B00E-B7E8-4A1B-9870-C06D7614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4191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Paste a docs URL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Watch crawl and analysis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Receive a hosted MCP endpoint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 it to an AI 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C7FCD-6D68-4EB4-BCC3-E9548DBC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EB6C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EB6C2"/>
                </a:solidFill>
                <a:latin typeface="Aptos"/>
                <a:ea typeface="Aptos"/>
                <a:cs typeface="Aptos"/>
              </a:rPr>
              <a:t>Live demo: building phase</a:t>
            </a:r>
          </a:p>
        </p:txBody>
      </p:sp>
      <p:sp>
        <p:nvSpPr>
          <p:cNvPr id="8" name="code-panel">
            <a:extLst xmlns:a="http://schemas.openxmlformats.org/drawingml/2006/main">
              <a:ext uri="{FF2B5EF4-FFF2-40B4-BE49-F238E27FC236}">
                <a16:creationId xmlns:a16="http://schemas.microsoft.com/office/drawing/2014/main" id="{B09025D1-1ACF-4A22-8810-C7962722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38250"/>
            <a:ext cx="342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C1DA6-69F5-4289-9CFF-B31F93BB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90675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mcp.json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2247B-FFC3-4571-8E04-48B087C5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193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EB4E5-213D-4E95-9AD8-27E1DEB8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2724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  "mcpServers": {</a:t>
            </a:r>
          </a:p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    "docs4llm": {</a:t>
            </a:r>
          </a:p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      "url": ".../mcp"</a:t>
            </a:r>
          </a:p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    }</a:t>
            </a:r>
          </a:p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  }</a:t>
            </a:r>
          </a:p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4AE829-199B-4263-8C52-69B32546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005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9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59FF"/>
                </a:solidFill>
                <a:latin typeface="Aptos"/>
                <a:ea typeface="Aptos"/>
                <a:cs typeface="Aptos"/>
              </a:rPr>
              <a:t>Why this should be selected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625946-E041-48E4-9F37-517B30EB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A practical tool layer for AI-assisted builders.</a:t>
            </a:r>
          </a:p>
        </p:txBody>
      </p:sp>
      <p:sp>
        <p:nvSpPr>
          <p:cNvPr id="1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03C7ADA-5007-48B4-B804-2323895B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F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B21A2-8EDB-41F1-9535-6BC625F0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0D3D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0D3D7"/>
                </a:solidFill>
                <a:latin typeface="Aptos"/>
                <a:ea typeface="Aptos"/>
                <a:cs typeface="Aptos"/>
              </a:rPr>
              <a:t>docs4llm  /  FireCrackers  /  Cognitive Chaos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B1742-5C6F-480A-8D2E-89A2F15A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05575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00258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2026-07-12T17:33:15.8360000Z</dcterms:created>
  <dcterms:modified xsi:type="dcterms:W3CDTF">2026-07-12T17:33:15.8360000Z</dcterms:modified>
</coreProperties>
</file>